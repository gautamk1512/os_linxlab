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1:59:59.0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0 142 24575,'10'-1'0,"-1"0"0,1-1 0,-1-1 0,0 0 0,0 0 0,0 0 0,0-1 0,13-9 0,23-8 0,131-38 0,-142 51 0,0 0 0,0 3 0,46-3 0,304 8 0,-158 3 0,790-3 0,-993 1 0,0 2 0,44 9 0,18 3 0,148-12 0,-2-1 0,-213 0 0,37 11 0,14 2 0,-66-14 6,3-1-111,-1 0-1,1 1 1,-1 0-1,1 0 1,-1 0-1,1 1 1,-1-1-1,0 2 1,1-1-1,-1 0 1,-1 1-1,7 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1:59:59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351 0 24575,'-6'0'0,"-8"0"0,-7 0 0,-7 0 0,-3 0 0,-4 0 0,0 0 0,-2 0 0,1 0 0,0 0 0,0 0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24120,'2852'36'0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06.3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12.0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24575,'3008'0'-1365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12.4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18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24531,'3168'0'0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19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27.8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70 24489,'2888'-70'0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28.1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22:29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70 24259,'10751'-69'0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35.2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24575,'3028'0'-1365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35.7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42.2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24575,'2013'0'0,"-1987"1"0,-1 2 0,43 10 0,20 1 0,-66-11 0,1 1 0,-1 1 0,0 1 0,0 1 0,40 18 0,-36-14 0,1 0 0,1-2 0,0-1 0,0-2 0,0 0 0,1-2 0,-1-1 0,36-1 0,152-4-1365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42.6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49.2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24530,'3027'139'0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49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56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24575,'2230'0'0,"-2197"1"0,-1 3 0,40 8 0,-35-5 0,45 3 0,139-9 40,-142-1-1445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0:57.1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05.5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1 106 24450,'2888'-105'0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05.9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13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24575,'2574'0'0,"-2564"1"0,1 0 0,-1 0 0,1 1 0,-1 0 0,1 1 0,-1 0 0,0 1 0,0 0 0,-1 0 0,1 1 0,-1 0 0,0 1 0,0 0 0,-1 1 0,12 10 0,6 10 0,-1 1 0,-2 1 0,21 34 0,-39-57 0,-2-2 25,1 1-1,-1-1 0,1 0 1,0 0-1,0-1 1,1 1-1,-1-1 0,1 0 1,-1 0-1,1 0 0,0-1 1,0 1-1,9 1 1,-2 0-367,0-2 1,1 0 0,-1 0-1,24-1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19.6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24575,'2821'0'-1365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19.9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27.7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23892,'2888'0'0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28.0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02:01:28.3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0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1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6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188A392-3804-345A-C20C-74CCFF945858}"/>
              </a:ext>
            </a:extLst>
          </p:cNvPr>
          <p:cNvGrpSpPr/>
          <p:nvPr/>
        </p:nvGrpSpPr>
        <p:grpSpPr>
          <a:xfrm>
            <a:off x="15006028" y="8904906"/>
            <a:ext cx="1090080" cy="51480"/>
            <a:chOff x="15006028" y="8904906"/>
            <a:chExt cx="1090080" cy="5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A4C2B59-2BBA-4945-A007-3244D8549CD7}"/>
                    </a:ext>
                  </a:extLst>
                </p14:cNvPr>
                <p14:cNvContentPartPr/>
                <p14:nvPr/>
              </p14:nvContentPartPr>
              <p14:xfrm>
                <a:off x="15006028" y="8904906"/>
                <a:ext cx="1082880" cy="51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A4C2B59-2BBA-4945-A007-3244D8549CD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943028" y="8841906"/>
                  <a:ext cx="1208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3EED89-971F-4D68-3479-C854C98DB802}"/>
                    </a:ext>
                  </a:extLst>
                </p14:cNvPr>
                <p14:cNvContentPartPr/>
                <p14:nvPr/>
              </p14:nvContentPartPr>
              <p14:xfrm>
                <a:off x="15969748" y="8956026"/>
                <a:ext cx="126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3EED89-971F-4D68-3479-C854C98DB8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907108" y="8893026"/>
                  <a:ext cx="252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313508-46D8-C8FE-F027-9AE9A46E607D}"/>
                  </a:ext>
                </a:extLst>
              </p14:cNvPr>
              <p14:cNvContentPartPr/>
              <p14:nvPr/>
            </p14:nvContentPartPr>
            <p14:xfrm>
              <a:off x="15043468" y="8918226"/>
              <a:ext cx="1027440" cy="1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313508-46D8-C8FE-F027-9AE9A46E60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0828" y="8855226"/>
                <a:ext cx="1153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94B600-3D07-6AC6-5AF4-0CB343BEEE7E}"/>
                  </a:ext>
                </a:extLst>
              </p14:cNvPr>
              <p14:cNvContentPartPr/>
              <p14:nvPr/>
            </p14:nvContentPartPr>
            <p14:xfrm>
              <a:off x="16070548" y="893082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94B600-3D07-6AC6-5AF4-0CB343BEEE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07908" y="8868186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9" y="762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9593DE-4AE1-C526-54C3-60EE43F9465E}"/>
              </a:ext>
            </a:extLst>
          </p:cNvPr>
          <p:cNvGrpSpPr/>
          <p:nvPr/>
        </p:nvGrpSpPr>
        <p:grpSpPr>
          <a:xfrm>
            <a:off x="14930788" y="8980866"/>
            <a:ext cx="1115280" cy="360"/>
            <a:chOff x="14930788" y="8980866"/>
            <a:chExt cx="111528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CA1EA40-A321-4618-D975-B56E01D61808}"/>
                    </a:ext>
                  </a:extLst>
                </p14:cNvPr>
                <p14:cNvContentPartPr/>
                <p14:nvPr/>
              </p14:nvContentPartPr>
              <p14:xfrm>
                <a:off x="14930788" y="8980866"/>
                <a:ext cx="108360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CA1EA40-A321-4618-D975-B56E01D6180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68148" y="8918226"/>
                  <a:ext cx="1209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F6DD22-E3F0-946B-4B47-2613024D646D}"/>
                    </a:ext>
                  </a:extLst>
                </p14:cNvPr>
                <p14:cNvContentPartPr/>
                <p14:nvPr/>
              </p14:nvContentPartPr>
              <p14:xfrm>
                <a:off x="16045708" y="8980866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F6DD22-E3F0-946B-4B47-2613024D64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982708" y="89182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239EA7-353C-F3B6-601E-1A7F089D102D}"/>
                  </a:ext>
                </a:extLst>
              </p14:cNvPr>
              <p14:cNvContentPartPr/>
              <p14:nvPr/>
            </p14:nvContentPartPr>
            <p14:xfrm>
              <a:off x="14918188" y="8943426"/>
              <a:ext cx="1140840" cy="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239EA7-353C-F3B6-601E-1A7F089D10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55548" y="8817426"/>
                <a:ext cx="12664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516F43-6437-CFB1-7001-61DD664A14FD}"/>
                  </a:ext>
                </a:extLst>
              </p14:cNvPr>
              <p14:cNvContentPartPr/>
              <p14:nvPr/>
            </p14:nvContentPartPr>
            <p14:xfrm>
              <a:off x="16058308" y="890598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516F43-6437-CFB1-7001-61DD664A14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95308" y="8842986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3175DC-7537-F928-E6A8-13F302348355}"/>
                  </a:ext>
                </a:extLst>
              </p14:cNvPr>
              <p14:cNvContentPartPr/>
              <p14:nvPr/>
            </p14:nvContentPartPr>
            <p14:xfrm>
              <a:off x="15043468" y="8943426"/>
              <a:ext cx="1040040" cy="2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3175DC-7537-F928-E6A8-13F3023483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0828" y="8880426"/>
                <a:ext cx="11656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7C596B-D47D-0AA9-7E32-1DAE8875B1AB}"/>
                  </a:ext>
                </a:extLst>
              </p14:cNvPr>
              <p14:cNvContentPartPr/>
              <p14:nvPr/>
            </p14:nvContentPartPr>
            <p14:xfrm>
              <a:off x="16083148" y="894342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7C596B-D47D-0AA9-7E32-1DAE8875B1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20508" y="888042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48A930-84AC-9E99-5F3A-1C3C772164F9}"/>
                  </a:ext>
                </a:extLst>
              </p14:cNvPr>
              <p14:cNvContentPartPr/>
              <p14:nvPr/>
            </p14:nvContentPartPr>
            <p14:xfrm>
              <a:off x="6237508" y="4521546"/>
              <a:ext cx="3870720" cy="25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48A930-84AC-9E99-5F3A-1C3C772164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74868" y="4458906"/>
                <a:ext cx="3996360" cy="15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714F5B-0F1F-4EA8-02CC-8B90B1F12F6C}"/>
              </a:ext>
            </a:extLst>
          </p:cNvPr>
          <p:cNvGrpSpPr/>
          <p:nvPr/>
        </p:nvGrpSpPr>
        <p:grpSpPr>
          <a:xfrm>
            <a:off x="14980828" y="8956026"/>
            <a:ext cx="1115280" cy="360"/>
            <a:chOff x="14980828" y="8956026"/>
            <a:chExt cx="111528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AB655B-406B-56D7-70A6-6F504C0C187B}"/>
                    </a:ext>
                  </a:extLst>
                </p14:cNvPr>
                <p14:cNvContentPartPr/>
                <p14:nvPr/>
              </p14:nvContentPartPr>
              <p14:xfrm>
                <a:off x="14980828" y="8956026"/>
                <a:ext cx="109044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AB655B-406B-56D7-70A6-6F504C0C18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918188" y="8893026"/>
                  <a:ext cx="1216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2B2B3C-AE7D-EA1D-5A87-6E6DCDB98B42}"/>
                    </a:ext>
                  </a:extLst>
                </p14:cNvPr>
                <p14:cNvContentPartPr/>
                <p14:nvPr/>
              </p14:nvContentPartPr>
              <p14:xfrm>
                <a:off x="16095748" y="8956026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2B2B3C-AE7D-EA1D-5A87-6E6DCDB98B4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33108" y="88930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88CAF18-5647-3BE3-9C65-1AB2932640DD}"/>
              </a:ext>
            </a:extLst>
          </p:cNvPr>
          <p:cNvGrpSpPr/>
          <p:nvPr/>
        </p:nvGrpSpPr>
        <p:grpSpPr>
          <a:xfrm>
            <a:off x="15043468" y="8905986"/>
            <a:ext cx="1077840" cy="51120"/>
            <a:chOff x="15043468" y="8905986"/>
            <a:chExt cx="1077840" cy="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11E528-B7A8-5646-2A53-B033B548D6B3}"/>
                    </a:ext>
                  </a:extLst>
                </p14:cNvPr>
                <p14:cNvContentPartPr/>
                <p14:nvPr/>
              </p14:nvContentPartPr>
              <p14:xfrm>
                <a:off x="15043468" y="8905986"/>
                <a:ext cx="1042560" cy="51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11E528-B7A8-5646-2A53-B033B548D6B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980828" y="8842986"/>
                  <a:ext cx="1168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61005E-23BE-F313-1D93-A9B569C2D350}"/>
                    </a:ext>
                  </a:extLst>
                </p14:cNvPr>
                <p14:cNvContentPartPr/>
                <p14:nvPr/>
              </p14:nvContentPartPr>
              <p14:xfrm>
                <a:off x="16120948" y="8956026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61005E-23BE-F313-1D93-A9B569C2D35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57948" y="88930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7CAF4A-5FA0-3D64-9E49-F54B76443E6B}"/>
                  </a:ext>
                </a:extLst>
              </p14:cNvPr>
              <p14:cNvContentPartPr/>
              <p14:nvPr/>
            </p14:nvContentPartPr>
            <p14:xfrm>
              <a:off x="14980828" y="8930826"/>
              <a:ext cx="1090080" cy="5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7CAF4A-5FA0-3D64-9E49-F54B76443E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17828" y="8868186"/>
                <a:ext cx="1215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6596EE-2A36-7308-C7F4-98A44CE25E6B}"/>
                  </a:ext>
                </a:extLst>
              </p14:cNvPr>
              <p14:cNvContentPartPr/>
              <p14:nvPr/>
            </p14:nvContentPartPr>
            <p14:xfrm>
              <a:off x="16070548" y="898086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6596EE-2A36-7308-C7F4-98A44CE25E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07908" y="8918226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1270FB1-A56E-BAA5-1043-4DD6C4C94504}"/>
              </a:ext>
            </a:extLst>
          </p:cNvPr>
          <p:cNvGrpSpPr/>
          <p:nvPr/>
        </p:nvGrpSpPr>
        <p:grpSpPr>
          <a:xfrm>
            <a:off x="15043468" y="8930826"/>
            <a:ext cx="1027440" cy="13320"/>
            <a:chOff x="15043468" y="8930826"/>
            <a:chExt cx="1027440" cy="1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4B7FD2-5C49-A453-57AF-776A8C4694C4}"/>
                    </a:ext>
                  </a:extLst>
                </p14:cNvPr>
                <p14:cNvContentPartPr/>
                <p14:nvPr/>
              </p14:nvContentPartPr>
              <p14:xfrm>
                <a:off x="15043468" y="8930826"/>
                <a:ext cx="1003320" cy="13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4B7FD2-5C49-A453-57AF-776A8C4694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980828" y="8868186"/>
                  <a:ext cx="1128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989C56D-EE2C-DDF7-510F-AD653101741C}"/>
                    </a:ext>
                  </a:extLst>
                </p14:cNvPr>
                <p14:cNvContentPartPr/>
                <p14:nvPr/>
              </p14:nvContentPartPr>
              <p14:xfrm>
                <a:off x="16070548" y="8943426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989C56D-EE2C-DDF7-510F-AD65310174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07908" y="88804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3B16FB-4783-9B68-61AD-B5ACC2EE4BF3}"/>
                  </a:ext>
                </a:extLst>
              </p14:cNvPr>
              <p14:cNvContentPartPr/>
              <p14:nvPr/>
            </p14:nvContentPartPr>
            <p14:xfrm>
              <a:off x="15005668" y="8893026"/>
              <a:ext cx="1040040" cy="3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3B16FB-4783-9B68-61AD-B5ACC2EE4B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3028" y="8830386"/>
                <a:ext cx="11656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FCE9AA-1E0B-425A-32A8-432C7219C468}"/>
                  </a:ext>
                </a:extLst>
              </p14:cNvPr>
              <p14:cNvContentPartPr/>
              <p14:nvPr/>
            </p14:nvContentPartPr>
            <p14:xfrm>
              <a:off x="16045708" y="889338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FCE9AA-1E0B-425A-32A8-432C7219C4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82708" y="8830386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37039C-897C-E34B-AD05-914947C28FEC}"/>
                  </a:ext>
                </a:extLst>
              </p14:cNvPr>
              <p14:cNvContentPartPr/>
              <p14:nvPr/>
            </p14:nvContentPartPr>
            <p14:xfrm>
              <a:off x="14993428" y="8880786"/>
              <a:ext cx="1086840" cy="10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37039C-897C-E34B-AD05-914947C28F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30788" y="8817786"/>
                <a:ext cx="1212480" cy="22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06E3908-21F6-0EED-BBD2-EE37ED9A6C44}"/>
              </a:ext>
            </a:extLst>
          </p:cNvPr>
          <p:cNvGrpSpPr/>
          <p:nvPr/>
        </p:nvGrpSpPr>
        <p:grpSpPr>
          <a:xfrm>
            <a:off x="15093508" y="8943426"/>
            <a:ext cx="1040040" cy="360"/>
            <a:chOff x="15093508" y="8943426"/>
            <a:chExt cx="104004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2012D5-4D03-A4F4-F2B9-200AE28AF355}"/>
                    </a:ext>
                  </a:extLst>
                </p14:cNvPr>
                <p14:cNvContentPartPr/>
                <p14:nvPr/>
              </p14:nvContentPartPr>
              <p14:xfrm>
                <a:off x="15093508" y="8943426"/>
                <a:ext cx="101592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2012D5-4D03-A4F4-F2B9-200AE28AF3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030868" y="8880426"/>
                  <a:ext cx="1141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0C694D2-E221-8CB0-5A94-6E4A8153E472}"/>
                    </a:ext>
                  </a:extLst>
                </p14:cNvPr>
                <p14:cNvContentPartPr/>
                <p14:nvPr/>
              </p14:nvContentPartPr>
              <p14:xfrm>
                <a:off x="16133188" y="8943426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0C694D2-E221-8CB0-5A94-6E4A8153E4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70548" y="88804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18AD79-321C-97C5-1CA8-B0DE601AEF73}"/>
                  </a:ext>
                </a:extLst>
              </p14:cNvPr>
              <p14:cNvContentPartPr/>
              <p14:nvPr/>
            </p14:nvContentPartPr>
            <p14:xfrm>
              <a:off x="15043468" y="8943426"/>
              <a:ext cx="104004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18AD79-321C-97C5-1CA8-B0DE601AE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0828" y="8880426"/>
                <a:ext cx="116568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4342803-865D-D71F-AD97-B66666ECD681}"/>
              </a:ext>
            </a:extLst>
          </p:cNvPr>
          <p:cNvGrpSpPr/>
          <p:nvPr/>
        </p:nvGrpSpPr>
        <p:grpSpPr>
          <a:xfrm>
            <a:off x="16083148" y="8943426"/>
            <a:ext cx="360" cy="360"/>
            <a:chOff x="16083148" y="8943426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81EC36-97C7-E563-2FAC-1E4DB12BB1C2}"/>
                    </a:ext>
                  </a:extLst>
                </p14:cNvPr>
                <p14:cNvContentPartPr/>
                <p14:nvPr/>
              </p14:nvContentPartPr>
              <p14:xfrm>
                <a:off x="16083148" y="8943426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81EC36-97C7-E563-2FAC-1E4DB12BB1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20508" y="88804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587D18D-34B2-254B-D7A1-EC567643F4AC}"/>
                    </a:ext>
                  </a:extLst>
                </p14:cNvPr>
                <p14:cNvContentPartPr/>
                <p14:nvPr/>
              </p14:nvContentPartPr>
              <p14:xfrm>
                <a:off x="16083148" y="8943426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587D18D-34B2-254B-D7A1-EC567643F4A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020508" y="888042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Gautam singh</cp:lastModifiedBy>
  <cp:revision>2</cp:revision>
  <dcterms:created xsi:type="dcterms:W3CDTF">2006-08-16T00:00:00Z</dcterms:created>
  <dcterms:modified xsi:type="dcterms:W3CDTF">2026-09-15T02:23:35Z</dcterms:modified>
</cp:coreProperties>
</file>